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AS A SERVICE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457200" cy="0"/>
          </a:xfrm>
          <a:prstGeom prst="line">
            <a:avLst/>
          </a:prstGeom>
          <a:noFill/>
          <a:ln w="25400">
            <a:solidFill>
              <a:srgbClr val="2CA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Sales Team That Sells in Your Name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builds and operates a dedicated inbound and outbound sales channel for your digital services — fully white-labeled, fully tracked, and fully aligned with your revenue goals.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77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digital services is one thing. Selling them effectively is another. Most service providers face a common set of hurdles: sales teams stretched across too many product lines, limited experience positioning digital services to SMBs, and the time it takes to recruit, train, and ramp a dedicated channel.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result? Slow adoption, unrealized revenue, and digital services that sit on the shelf.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42646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Channel. Our People. Your Brand.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recruit, train, and manage a team of sales consultants who work exclusively on your digital services portfolio — operating under your brand, following your processes, and selling to your customers.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67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3957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that handles inquiries, qualifies leads, and converts interest into revenue — trained on your products, your brand, and your customer base.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88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Sales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017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engagement with your SMB customers through targeted upsell, cross-sell, and re-engagement campaigns designed around your goals and pricing.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10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Tracking &amp; Reporting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639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call, conversion, and touchpoint is tracked. You get full visibility into pipeline activity, conversion rates, and revenue generated.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96512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325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Execution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2611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customers never know we're involved. Our agents answer in your brand, use your scripts, and follow your escalation paths.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160"/>
            <a:ext cx="9144000" cy="201168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Service Providers, Not Generic Call Centers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an outsourced call center reading from a script. Our consultants understand your customers because we've been supporting service providers since 1999.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Knowledge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170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teams understand the telco landscape, common objections, and what motivates SMBs to buy.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Systems, Your Processes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170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integrate with your CRM, ticketing, and reporting systems.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Campaign-based, ongoing, or seasonal. Scale up or back as needed.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Upsell Built 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is an opportunity to grow revenue.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38658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Impact, Not Just Activity Reports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as a Service is measured by what matters: revenue generated, customers acquired, and ARPU increased. We define KPIs upfront and deliver monthly performance reviews so you see exactly where your investment is going.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Full-funnel tracking from lead to closed deal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9184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reporting with revenue attribution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Campaign-based, ongoing, or seasonal models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 Your Channel?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can have a branded sales channel generating pipeline in weeks.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Consultation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Channel as a Service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