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A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46304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ENABLEMENT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457200" cy="0"/>
          </a:xfrm>
          <a:prstGeom prst="line">
            <a:avLst/>
          </a:prstGeom>
          <a:noFill/>
          <a:ln w="25400">
            <a:solidFill>
              <a:srgbClr val="2CA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Success Is Our Business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doesn't just hand you a platform and walk away. We embed with your teams — marketing, sales, operations, and support — so you get to market faster, sell more effectively, and keep customers longer.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Hostopia's Programs are purpose-built enablement services that extend your team's capabilities across every stage of the partner lifecycle — from initial go-to-market planning through ongoing customer support.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7782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Programs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307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as a 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581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turnkey sales channel, running inbound and outbound campaigns in your brand. We recruit, train, and manage sales consultants who work exclusively on your digital services.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F8CF4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677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Marketing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5420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generation, MDF management, and campaign execution. Our Partner Marketing managers work alongside your teams with deep telecom and SMB expertise.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54680"/>
            <a:ext cx="54864" cy="822960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278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PMs for deployments, migrations, and custom implementations. Every project gets a named project manager from day one.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65760"/>
            <a:ext cx="54864" cy="822960"/>
          </a:xfrm>
          <a:prstGeom prst="rect">
            <a:avLst/>
          </a:prstGeom>
          <a:solidFill>
            <a:srgbClr val="F8CF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7132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contact who owns your account, runs quarterly business reviews, pulls in experts, and keeps everything on track. Your advocate inside Hostopia.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71600"/>
            <a:ext cx="54864" cy="822960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444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7190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Multilingual, multi-channel, 24/7 technical support in your brand. From Level 1 break/fix through Level 3 escalations — with retention and upsell programs built in.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program is fully white-labeled, tracked, and delivered in your brand. Think of us as your back office for digital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Accelerate Your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our team about which programs fit your goals.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8CF4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Consultation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learnmore@hostopia.com  |  1-800-322-9438  |  hostopia.com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1280160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Hostopia Programs Overview</dc:title>
  <dc:subject>PptxGenJS Presentation</dc:subject>
  <dc:creator>Hostopia</dc:creator>
  <cp:lastModifiedBy>Hostopia</cp:lastModifiedBy>
  <cp:revision>1</cp:revision>
  <dcterms:created xsi:type="dcterms:W3CDTF">2026-03-23T19:36:43Z</dcterms:created>
  <dcterms:modified xsi:type="dcterms:W3CDTF">2026-03-23T19:36:43Z</dcterms:modified>
</cp:coreProperties>
</file>