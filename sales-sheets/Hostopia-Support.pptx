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AD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146304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96112"/>
            <a:ext cx="457200" cy="22860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1887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Don't Service Partner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Customers. We Service Customers.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delivers 24/7, multilingual, multi-channel technical support — entirely in your brand. From Level 1 break/fix through Level 3 escalations, your customers get the care they deserve.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E21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428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315200" y="4828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2024"/>
            <a:ext cx="365760" cy="32004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91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customers don't separate your brand from the products they use. When something breaks, they call you. Building a 24/7, multilingual support operation is expensive, complex, and hard to scale. That's why Hostopia built one for you.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060704"/>
            <a:ext cx="365760" cy="32004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Brand. Our Expertise. Their Satisfaction.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1362456"/>
            <a:ext cx="128016" cy="128016"/>
          </a:xfrm>
          <a:prstGeom prst="ellipse">
            <a:avLst/>
          </a:prstGeom>
          <a:solidFill>
            <a:srgbClr val="2CADB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2984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24/7/365 Coverage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152704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American-based agents delivering round-the-clock support across multiple time zones.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984248"/>
            <a:ext cx="128016" cy="128016"/>
          </a:xfrm>
          <a:prstGeom prst="ellipse">
            <a:avLst/>
          </a:prstGeom>
          <a:solidFill>
            <a:srgbClr val="2CADB2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1920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Support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21488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Phone, email, and live chat — every channel staffed by agents trained on your products and brand standards.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128016" cy="128016"/>
          </a:xfrm>
          <a:prstGeom prst="ellipse">
            <a:avLst/>
          </a:prstGeom>
          <a:solidFill>
            <a:srgbClr val="2CADB2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5420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27706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in multiple languages for global service providers and their customers.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209544"/>
            <a:ext cx="365760" cy="32004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108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Flexible Tiered Support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3511296"/>
            <a:ext cx="128016" cy="128016"/>
          </a:xfrm>
          <a:prstGeom prst="ellipse">
            <a:avLst/>
          </a:prstGeom>
          <a:solidFill>
            <a:srgbClr val="F8CF41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4472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(Break/Fix)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36758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first-contact resolution for common technical issues, account questions, and product guidance — fully white-labeled.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133088"/>
            <a:ext cx="128016" cy="128016"/>
          </a:xfrm>
          <a:prstGeom prst="ellipse">
            <a:avLst/>
          </a:prstGeom>
          <a:solidFill>
            <a:srgbClr val="F8CF41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0690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 2 &amp;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42976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technical support, platform-level troubleshooting, and escalation handling — available standalone.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428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315200" y="4828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37160"/>
            <a:ext cx="9144000" cy="2103120"/>
          </a:xfrm>
          <a:prstGeom prst="rect">
            <a:avLst/>
          </a:prstGeom>
          <a:solidFill>
            <a:srgbClr val="24282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11480"/>
            <a:ext cx="365760" cy="0"/>
          </a:xfrm>
          <a:prstGeom prst="line">
            <a:avLst/>
          </a:prstGeom>
          <a:noFill/>
          <a:ln w="31750">
            <a:solidFill>
              <a:srgbClr val="2CAD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 That Drives Revenue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40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customer interaction is an opportunity. We call it "Upserve" — and it's in our DNA.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042416"/>
            <a:ext cx="109728" cy="109728"/>
          </a:xfrm>
          <a:prstGeom prst="ellipse">
            <a:avLst/>
          </a:prstGeom>
          <a:solidFill>
            <a:srgbClr val="F8CF4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005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C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Upsell in Every Interaction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11704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trained to identify upgrade opportunities during support calls.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408176"/>
            <a:ext cx="109728" cy="109728"/>
          </a:xfrm>
          <a:prstGeom prst="ellipse">
            <a:avLst/>
          </a:prstGeom>
          <a:solidFill>
            <a:srgbClr val="F8CF41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371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C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Welcome-to-Service Calls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" y="15361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Consultative onboarding to build trust and introduce add-on services.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773936"/>
            <a:ext cx="109728" cy="109728"/>
          </a:xfrm>
          <a:prstGeom prst="ellipse">
            <a:avLst/>
          </a:prstGeom>
          <a:solidFill>
            <a:srgbClr val="F8CF41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17373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C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Programs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190195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outreach to at-risk customers before they consider cancelling.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478024"/>
            <a:ext cx="365760" cy="32004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Reporting. Total Transparency.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2697480"/>
            <a:ext cx="77724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reporting — call volumes, resolution rates, CSAT, handle time.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notifications — we flag trends before they become problems.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desk — dedicated Partner Relations team for urgent issues.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assurance — ongoing monitoring and coaching to maintain brand standards.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58184"/>
            <a:ext cx="365760" cy="32004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657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 Built for Service Providers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AD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200+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57200" y="4297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American agents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6032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AD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1M+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560320" y="4297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SMBs supported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6344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AD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663440" y="4297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coverage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6656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AD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766560" y="4297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by default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2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Give Your Customers the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 They Deserve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24/7 coverage or Level 2/3 backup — we adapt to your model.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F8CF4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Support Options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learnmore@hostopia.com  |  1-800-322-9438  |  hostopia.com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206240"/>
            <a:ext cx="1280160" cy="3291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E21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Hostopia  |  a HostPapa, Inc. company  |  Proprietary and Confidential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CADB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</dc:title>
  <dc:subject>PptxGenJS Presentation</dc:subject>
  <dc:creator>Hostopia</dc:creator>
  <cp:lastModifiedBy>Hostopia</cp:lastModifiedBy>
  <cp:revision>1</cp:revision>
  <dcterms:created xsi:type="dcterms:W3CDTF">2026-03-23T19:36:43Z</dcterms:created>
  <dcterms:modified xsi:type="dcterms:W3CDTF">2026-03-23T19:36:43Z</dcterms:modified>
</cp:coreProperties>
</file>