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AD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146304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MANAGEMENT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457200" cy="0"/>
          </a:xfrm>
          <a:prstGeom prst="line">
            <a:avLst/>
          </a:prstGeom>
          <a:noFill/>
          <a:ln w="25400">
            <a:solidFill>
              <a:srgbClr val="2CAD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Project. One Point of Contact.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25603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B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assigns a dedicated project manager to every deployment, migration, and custom implementation — ensuring your launch stays on time, on scope, and on budget.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E21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Hostopia  |  a HostPapa, Inc. company  |  Proprietary and Confidential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428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Hostopia  |  a HostPapa, Inc. company  |  Proprietary and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315200" y="4828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37744"/>
            <a:ext cx="365760" cy="32004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37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Deploying a new digital services platform, migrating millions of email accounts from a legacy system, or integrating custom development — these aren't tasks you hand off and hope for the best. They require clear ownership, structured communication, and someone who's done this before.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152144"/>
            <a:ext cx="365760" cy="32004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Dedicated PM from Day One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Hostopia project gets a dedicated project manager — your single point of contact between your organization and every Hostopia team involved in delivery.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865376"/>
            <a:ext cx="128016" cy="128016"/>
          </a:xfrm>
          <a:prstGeom prst="ellipse">
            <a:avLst/>
          </a:prstGeom>
          <a:solidFill>
            <a:srgbClr val="2CADB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8013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Deployments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20299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PM builds the project plan, coordinates resources, manages timelines, and ensures every milestone is met — from platform config through go-live.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487168"/>
            <a:ext cx="128016" cy="128016"/>
          </a:xfrm>
          <a:prstGeom prst="ellipse">
            <a:avLst/>
          </a:prstGeom>
          <a:solidFill>
            <a:srgbClr val="2CADB2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4231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Large-Scale Migrations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26517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 successful migrations, millions of email accounts moved. Your PM oversees the process using our proprietary SNAP platform — eliminating downtime.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128016" cy="128016"/>
          </a:xfrm>
          <a:prstGeom prst="ellipse">
            <a:avLst/>
          </a:prstGeom>
          <a:solidFill>
            <a:srgbClr val="2CADB2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04495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Implementations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32735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integration, custom dev, or specialized configuration — your PM scopes, coordinates, and manages through UAT and deployment.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730752"/>
            <a:ext cx="128016" cy="128016"/>
          </a:xfrm>
          <a:prstGeom prst="ellipse">
            <a:avLst/>
          </a:prstGeom>
          <a:solidFill>
            <a:srgbClr val="2CADB2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66674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Engagement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389534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work on your behalf end-to-end, or alongside your own PM, integrating into your processes.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428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Hostopia  |  a HostPapa, Inc. company  |  Proprietary and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315200" y="4828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37160"/>
            <a:ext cx="9144000" cy="1737360"/>
          </a:xfrm>
          <a:prstGeom prst="rect">
            <a:avLst/>
          </a:prstGeom>
          <a:solidFill>
            <a:srgbClr val="24282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93192"/>
            <a:ext cx="365760" cy="32004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400+ Migrations. Millions of Accounts.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400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 Migration Platform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8046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tooling: automated sync, zero downtime, continuous mail delivery.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0" y="6400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Platform Experience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8046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success with Zimbra, Synacor, and other legacy systems.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10789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 Data Transfer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12435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Contacts, calendars, and personal data migrated alongside email.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0" y="10789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Independence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2435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dependency on DNS changes — reducing risk and complexity.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15179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16824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reporting and proactive communication throughout every phase.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157984"/>
            <a:ext cx="365760" cy="32004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2057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Structured Delivery, Not Guesswork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24231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PM accountable for delivery from kickoff to handoff.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milestones with documented deliverables, dependencies, and deadlines.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status reporting with risk registers and escalation paths.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Cross-functional coordination — engineering, support, and operations pulled in as needed.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post-launch handoff to Service Management and Support.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2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Scope Your Project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Hostopia's PM team has the methodology and the track record.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F8CF4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Project Conversation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learnmore@hostopia.com  |  1-800-322-9438  |  hostopia.com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206240"/>
            <a:ext cx="1280160" cy="3291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E21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Hostopia  |  a HostPapa, Inc. company  |  Proprietary and Confidential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</dc:title>
  <dc:subject>PptxGenJS Presentation</dc:subject>
  <dc:creator>Hostopia</dc:creator>
  <cp:lastModifiedBy>Hostopia</cp:lastModifiedBy>
  <cp:revision>1</cp:revision>
  <dcterms:created xsi:type="dcterms:W3CDTF">2026-03-23T19:36:43Z</dcterms:created>
  <dcterms:modified xsi:type="dcterms:W3CDTF">2026-03-23T19:36:43Z</dcterms:modified>
</cp:coreProperties>
</file>