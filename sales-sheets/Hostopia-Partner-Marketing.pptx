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A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46304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MARKETING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457200" cy="0"/>
          </a:xfrm>
          <a:prstGeom prst="line">
            <a:avLst/>
          </a:prstGeom>
          <a:noFill/>
          <a:ln w="25400">
            <a:solidFill>
              <a:srgbClr val="2CA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Marketing Team, Extended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Hostopia's Partner Marketing program puts telecom and SMB marketing expertise at your fingertips — from go-to-market strategy and campaign execution to MDF management and turnkey creative assets.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77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invested in a digital services portfolio. Now the real work begins: building awareness, generating demand, and converting SMB customers at scale. Most service providers don't have dedicated digital marketing resources — and even those that do are often stretched thin across dozens of product lines.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521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Extension of Your Team, Not a Vendor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Hostopia's Partner Marketing managers work directly alongside your marketing and sales teams. We bring deep experience in telecom environments, SMB markets, and channel marketing.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47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0756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build a comprehensive GTM plan: target market, ideal customer profile, pricing models, and distribution channels — all designed to shorten time to market and reduce risk.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32888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68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Generation Campaigns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697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gen, segment marketing, data enrichment, and offer strategy — executed across email, landing pages, digital ads, and direct channels.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906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MDF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319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establish and manage Marketing Development Funds, leveraging pre-built tools at scale. Funds are proactively managed to drive results, not sit idle.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124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Creative Assets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9410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Hostopia Connects, access white-label videos, landing pages, collateral, sales scripts, and objection handlers — all customizable to your brand.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37160"/>
            <a:ext cx="9144000" cy="210312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11480"/>
            <a:ext cx="365760" cy="0"/>
          </a:xfrm>
          <a:prstGeom prst="line">
            <a:avLst/>
          </a:prstGeom>
          <a:noFill/>
          <a:ln w="31750">
            <a:solidFill>
              <a:srgbClr val="2CA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Acquire. Grow. Retain.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76809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731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Bundling strategies, data enrichment, segment marketing, and lead generation to bring new SMB customers into your portfolio.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768096"/>
            <a:ext cx="128016" cy="128016"/>
          </a:xfrm>
          <a:prstGeom prst="ellipse">
            <a:avLst/>
          </a:prstGeom>
          <a:solidFill>
            <a:srgbClr val="F8CF41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731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C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005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strategy, engagement tools, vertical marketing, and Right-Time Engagement (RTE) to automate upsell at the right moment.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76809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731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005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Onboarding/activation programs, value messaging, and engagement strategies that keep customers active and reduce churn.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5237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Expertise Without the Headcount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Partner Marketing Manager who knows your business, customers, and goals.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and Telco Expertise — our team bridges how service providers sell and how SMBs buy.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and Post-Launch Support from product positioning through ongoing optimization.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Performance-Driven Programs with tracked CAC, campaign ROI, and regular reporting.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Capability with programs adapted to local markets and languages.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Your Next Campaign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your goals — full GTM plan or a single campaign.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8CF4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Partner Marketing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learnmore@hostopia.com  |  1-800-322-9438  |  hostopia.com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1280160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Marketing</dc:title>
  <dc:subject>PptxGenJS Presentation</dc:subject>
  <dc:creator>Hostopia</dc:creator>
  <cp:lastModifiedBy>Hostopia</cp:lastModifiedBy>
  <cp:revision>1</cp:revision>
  <dcterms:created xsi:type="dcterms:W3CDTF">2026-03-23T19:36:43Z</dcterms:created>
  <dcterms:modified xsi:type="dcterms:W3CDTF">2026-03-23T19:36:43Z</dcterms:modified>
</cp:coreProperties>
</file>