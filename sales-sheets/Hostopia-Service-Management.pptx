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MANAGEMENT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457200" cy="0"/>
          </a:xfrm>
          <a:prstGeom prst="line">
            <a:avLst/>
          </a:prstGeom>
          <a:noFill/>
          <a:ln w="25400">
            <a:solidFill>
              <a:srgbClr val="2CA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Account. Your Advocate.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assigns a dedicated service manager to your account — a single point of contact who knows your business, owns your satisfaction, and proactively keeps everything running.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launch, the real relationship begins. But too often, service providers find themselves navigating a maze of support tickets, generic inboxes, and rotating contacts. When something needs attention — you need someone who already knows your account.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6070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Named Resource Who Owns Your Experience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service manager is your day-to-day point of contact — embedded in the details of your business, your product configuration, your customer base, your KPIs, and your priorities.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7393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09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Account Ownership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1938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contact for questions, updates, and escalations. They coordinate across engineering, support, product, and operations so you don't have to.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331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Performance Insights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5603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reporting on platform performance, support metrics, and customer activity — with context on what the data means and what to do next.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535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182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QBRs covering performance trends, opportunities, concerns, and priorities for the next quarter.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75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Coordination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8039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migration engineer, product manager, or security specialist? Your service manager brings them to the table.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970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Issue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4256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health monitoring, early flagging, and coordinated resolution — before issues reach your customers.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160"/>
            <a:ext cx="9144000" cy="201168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Than Account Management — It's Partnership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service manager acts as your advocate inside Hostopia — pushing internally on your behalf and ensuring every team is aligned to your success.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&amp; Tenured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170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Experienced, stable, committed to your account long-term.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Business-Level Conversations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170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performance, and growth — not just incident resolution.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Desk Access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line to Hostopia's Partner Relations team.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Coordination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sessions, webinars, train-the-trainer, and knowledgebase access.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a Service Manager Who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Knows Your Business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contact invested in your outcomes.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Management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